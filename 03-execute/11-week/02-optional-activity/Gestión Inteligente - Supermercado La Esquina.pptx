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D47A05-B5C2-44B0-B3CE-566AAA251D3D}">
  <a:tblStyle styleId="{0CD47A05-B5C2-44B0-B3CE-566AAA251D3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oppins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Lato-regular.fntdata"/><Relationship Id="rId16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336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Supermercado La Esquina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304800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de Gestión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576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Transformación digital para el comercio de barrio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198340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Problemas Identificados: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00784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000125" y="272221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Pérdidas por falta de control de inventario.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22704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Errores frecuentes en cálculos y cobros.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373186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Fiados desorganizados en libretas manuales.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23669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Cierres de caja lentos y tediosos.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603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6514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699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27479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El Desafío de la Gestión Manual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1237"/>
            <a:ext cx="3492400" cy="3225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81237"/>
            <a:ext cx="3492549" cy="3225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281237"/>
            <a:ext cx="3492400" cy="32251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94241" y="3433762"/>
            <a:ext cx="28469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Inventario Real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3963292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Control total de existencias en tiempo real. Sepa qué tiene sin contar a mano.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72388" y="3433762"/>
            <a:ext cx="284707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Ventas Sin Errores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40175" y="3963292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Reducción total de fallos en cobros. Cálculo automático de precios y cambios.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50691" y="3433762"/>
            <a:ext cx="28469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Fiados Bajo Control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18475" y="3963292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Gestión organizada de deudas por cliente. Olvídese de las libretas perdidas.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1000" y="271938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7193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4113" y="27193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Potencie su Operación Diaria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1247"/>
            <a:ext cx="3492400" cy="3545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21247"/>
            <a:ext cx="3492549" cy="3545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21247"/>
            <a:ext cx="3492400" cy="354508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894241" y="3273772"/>
            <a:ext cx="2846918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Reportes Automáticos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4123283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Conozca sus ganancias diarias, semanales y mensuales al instante.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72388" y="3273772"/>
            <a:ext cx="2847074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Alertas de Stock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740175" y="3803302"/>
            <a:ext cx="27114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Notificaciones de stock mínimo para que nunca se quede sin productos.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50691" y="3273772"/>
            <a:ext cx="2846918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Fácil de Usar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18475" y="3803302"/>
            <a:ext cx="27113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Interfaz intuitiva. Su equipo estará listo para usarlo en menos de 2 horas.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55939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55939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4113" y="255939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Decisiones Basadas en Datos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52006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Adiós a los Agotados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2846040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Nuestro sistema le avisa automáticamente cuando un producto está por terminarse. Esto le permite realizar pedidos a proveedores con tiempo y nunca perder una venta.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431289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Organización visual de estanterías y categorías de productos de la canasta familiar.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" name="Google Shape;155;p18"/>
          <p:cNvGraphicFramePr/>
          <p:nvPr/>
        </p:nvGraphicFramePr>
        <p:xfrm>
          <a:off x="571500" y="24698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{0CD47A05-B5C2-44B0-B3CE-566AAA251D3D}</a:tableStyleId>
              </a:tblPr>
              <a:tblGrid>
                <a:gridCol w="3362625"/>
                <a:gridCol w="3987100"/>
                <a:gridCol w="3699275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C55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C55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Método Tradicional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C55E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Nuestro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Cálculo de Ventas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Calculadora manual (lento)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Automático y veloz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Registro de Fiados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Libretas (fácil de perder)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Digital y seguro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de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Revisión visual (incierto)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Alertas en tiempo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Reportes de Ganancia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Inexistentes / Estimados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Gráficos y cifras exactas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8"/>
          <p:cNvSpPr/>
          <p:nvPr/>
        </p:nvSpPr>
        <p:spPr>
          <a:xfrm>
            <a:off x="571500" y="3079402"/>
            <a:ext cx="336262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934122" y="3079402"/>
            <a:ext cx="398710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921228" y="3079402"/>
            <a:ext cx="369927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71500" y="3693765"/>
            <a:ext cx="33626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934122" y="3693765"/>
            <a:ext cx="39871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921228" y="3693765"/>
            <a:ext cx="3699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71500" y="4293840"/>
            <a:ext cx="33626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3934122" y="4293840"/>
            <a:ext cx="39871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7921228" y="4293840"/>
            <a:ext cx="3699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71500" y="4893915"/>
            <a:ext cx="33626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934122" y="4893915"/>
            <a:ext cx="39871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921228" y="4893915"/>
            <a:ext cx="3699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71500" y="5493990"/>
            <a:ext cx="33626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934122" y="5493990"/>
            <a:ext cx="39871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7921228" y="5493990"/>
            <a:ext cx="3699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Evolución de su Negocio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